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6" autoAdjust="0"/>
    <p:restoredTop sz="94660"/>
  </p:normalViewPr>
  <p:slideViewPr>
    <p:cSldViewPr snapToGrid="0">
      <p:cViewPr varScale="1">
        <p:scale>
          <a:sx n="96" d="100"/>
          <a:sy n="96" d="100"/>
        </p:scale>
        <p:origin x="77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8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4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4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9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1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6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15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6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7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61B61-F9CF-4818-911D-50E4CDE178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9CB3-413B-486C-A3CD-5EF1FA70A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8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Differential Pair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Hulea</a:t>
            </a:r>
            <a:r>
              <a:rPr lang="en-US" dirty="0" smtClean="0"/>
              <a:t> Ioana Stefania</a:t>
            </a:r>
          </a:p>
          <a:p>
            <a:endParaRPr lang="en-US" dirty="0"/>
          </a:p>
        </p:txBody>
      </p:sp>
      <p:sp>
        <p:nvSpPr>
          <p:cNvPr id="4" name="AutoShape 2" descr="Facultatea de Electronică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7"/>
            <a:ext cx="18097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6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4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42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02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1280161" y="5136543"/>
            <a:ext cx="15811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1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2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91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53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Differential Pair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Differential Pair</dc:title>
  <dc:creator>HULEA Ioana Stefania</dc:creator>
  <cp:lastModifiedBy>HULEA Ioana Stefania</cp:lastModifiedBy>
  <cp:revision>1</cp:revision>
  <dcterms:created xsi:type="dcterms:W3CDTF">2026-03-20T18:55:20Z</dcterms:created>
  <dcterms:modified xsi:type="dcterms:W3CDTF">2026-03-20T18:56:26Z</dcterms:modified>
</cp:coreProperties>
</file>